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64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B66D-F22E-49AC-A7F3-2F6742EF58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4C8A89-7E8E-4738-B8C8-55AC78B544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1106D-2845-45FD-A324-185096343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4F57E-075C-4441-835C-46FA9CD44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28843-EB6B-46C7-ABA6-CA806898D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1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36AA2-76F4-47AA-972A-1B5B27C47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D415-36A6-440C-88F5-198F571A0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95CF-6902-400F-A39E-2DB0001A8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C0CADD-AC8B-4C19-B70C-A8F9BC773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006AB-E1B6-4CA8-AAE0-3FA0CB4E5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066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2EC6B-5716-4C30-887C-5B844334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43AF6-4FEE-49E0-91DE-034B6C6BE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5A510-3AA8-4A4A-AED9-67CD4753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8E1DA-0A98-44DF-8298-FE69DA7DB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E1E8B-D022-4A14-B3F9-F2F25190B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817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83F7-B86E-4E87-AF52-19DB9C27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26B30-E8D6-42CA-9B7F-AFACF0144F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83191-6B05-4EC6-A9A3-5D60293D8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C43805-E117-4F59-9635-C26055355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D3CC6C-0051-4431-A8EE-5413E8DB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123DF-C1B6-4D57-912F-A8FEFC024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01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61F7C-E9A4-4FF6-A213-8AA867A25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F6B09-151E-4D2C-9504-B82F0521B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EE7F6D-68ED-4367-89B6-AAE238CB47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B4D33-452B-4A1F-943F-6FF8FC17D3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9C818-512D-40CD-884A-72C309F630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1BBAF8-FA7E-4EB5-ACCE-F951F2F0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92BFBB-C18D-4320-9146-8D34F5814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3C504C-DE28-4045-8F21-77B32B1F0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2998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D670-A2C1-43BB-8CD0-3EBE2B103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CB8966-331B-4D25-A9BF-E38ED6A6B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F6ED0B-D428-4D76-8C19-33AB87262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F332A6-013F-4021-9A50-6A35B6987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917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31ECFB-67AA-40D7-ACD3-9EC8EF87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3787-79DB-4970-83E2-E07B5B78F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9B283-BF04-473B-8845-A49E5FC62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5371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1EAC7-3E40-4CE3-9A03-AB2CD9CC7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7A19-5D89-4797-A034-5DFFAF8FC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FC2A9-FB8B-4B41-92CA-A277436C4F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98AE42-F376-4EBF-BDBB-A4FFB4791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B00C7-05DF-4274-A11F-683E7BD9E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FE10B-3218-46A6-AACA-194E9257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2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D72B9-4CD9-47A3-9B70-4F23A89AC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228382-9516-42F6-B75C-0AD6407C42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C9CF2-C02A-4BC9-B348-E9F7A23664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F74180-5C06-461B-BA41-3F4A31337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10764D-00CD-4A45-AB02-526A14945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1B00C-8A5C-4B85-936D-1211A88DD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457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69D7-92A2-4F28-A410-57EB57A0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7F76B6-6CB4-4A07-B376-55456BDAF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F773B-C96D-43E2-A547-7C8FBF803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C4763-9E94-49FB-B913-31C790054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F0BDA-21D8-4EFE-A2E7-C54F1E516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584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CF4732-4C0D-4674-866D-BAD4F94CD9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F04B19-27EE-4995-BCA0-07304104D5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35FFF2-A0E9-4F18-B5CD-36DA43D7A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1B18-6C1E-4579-9B28-21B539938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76CE0-6C4C-4D51-93B7-11F15F2F0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038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8A6C6-469A-43C6-B1C1-F883DECD4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35451-0945-4E90-A08F-4C8F41BA6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593BA-5B7C-4BBA-BE7E-84DF7B5945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E15BD-49EB-48F7-8A06-ADE2C4BC4D1F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243EE-A9A4-4FF3-AA20-9275CB9F87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CEFC9-8974-4E2E-A3CB-024C82864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AD715E-6139-45E8-987B-8CA2464A9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833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EFE34-B499-41FB-8258-DCEA3B7D6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4335" y="324128"/>
            <a:ext cx="9144000" cy="181400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 de </a:t>
            </a:r>
            <a:r>
              <a:rPr lang="ro-RO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comunicare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Drona-Turn de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59CAFA-A4D5-4CFD-A7F7-5FC4EE992B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648" y="2970185"/>
            <a:ext cx="3815918" cy="38159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5863F4-8A2A-405F-9F01-7AE6A567A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973" y="2361191"/>
            <a:ext cx="2649220" cy="9257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9A8BB2-92C6-45A3-A964-964767B439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202" y="2179638"/>
            <a:ext cx="2632984" cy="44255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E64A20-5DFB-4D77-91DD-8BCF501FCA86}"/>
              </a:ext>
            </a:extLst>
          </p:cNvPr>
          <p:cNvSpPr txBox="1"/>
          <p:nvPr/>
        </p:nvSpPr>
        <p:spPr>
          <a:xfrm>
            <a:off x="10257184" y="6033051"/>
            <a:ext cx="280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</a:t>
            </a:r>
            <a:r>
              <a:rPr lang="en-US" dirty="0" err="1"/>
              <a:t>VIrtualBB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363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8FCB-0D4D-4809-9AE5-179A4D9B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Modulul</a:t>
            </a:r>
            <a:r>
              <a:rPr lang="en-US" dirty="0"/>
              <a:t> computer intern al </a:t>
            </a:r>
            <a:r>
              <a:rPr lang="en-US" dirty="0" err="1"/>
              <a:t>dronei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627D11-F348-4F54-A5D7-B0C4DC0880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742" y="1827221"/>
            <a:ext cx="6885119" cy="35854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D12FF9-C594-4DF7-97F9-C5ECD7FB11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742" y="3261752"/>
            <a:ext cx="2152649" cy="2152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BFFACC-638B-42C5-8CC6-F2C3EC595D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30266">
            <a:off x="1796893" y="5376138"/>
            <a:ext cx="1254347" cy="7672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9B0633-7022-4CD7-B2E0-63FC4F69E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1768" y="2846951"/>
            <a:ext cx="2238375" cy="22383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9BA86F-A53D-4D33-9FC4-42C7EF5F3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6942">
            <a:off x="4490092" y="5074666"/>
            <a:ext cx="1254349" cy="7672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A3C21A9-BE56-42B2-9620-73250E44C1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451" y="1628512"/>
            <a:ext cx="1890786" cy="18907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3699CD8-949B-46F4-B538-AE7C6BB610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49821">
            <a:off x="6738647" y="2942556"/>
            <a:ext cx="1885804" cy="11534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1E5E75-56C8-465E-85A7-08A168E52D33}"/>
              </a:ext>
            </a:extLst>
          </p:cNvPr>
          <p:cNvSpPr txBox="1"/>
          <p:nvPr/>
        </p:nvSpPr>
        <p:spPr>
          <a:xfrm>
            <a:off x="3028950" y="5759759"/>
            <a:ext cx="1743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ESP32-C6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47A3CB-0489-4AB7-86E5-5CBACE28DA8E}"/>
              </a:ext>
            </a:extLst>
          </p:cNvPr>
          <p:cNvSpPr txBox="1"/>
          <p:nvPr/>
        </p:nvSpPr>
        <p:spPr>
          <a:xfrm>
            <a:off x="5816465" y="5600700"/>
            <a:ext cx="206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MPU-6050 BMP280</a:t>
            </a:r>
          </a:p>
          <a:p>
            <a:pPr algn="ctr"/>
            <a:r>
              <a:rPr lang="en-US" dirty="0"/>
              <a:t>MQ3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FD396-55A9-40BF-B1AE-6F30C0F4407D}"/>
              </a:ext>
            </a:extLst>
          </p:cNvPr>
          <p:cNvSpPr txBox="1"/>
          <p:nvPr/>
        </p:nvSpPr>
        <p:spPr>
          <a:xfrm>
            <a:off x="8736947" y="2981324"/>
            <a:ext cx="2426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DHT22</a:t>
            </a:r>
          </a:p>
        </p:txBody>
      </p:sp>
    </p:spTree>
    <p:extLst>
      <p:ext uri="{BB962C8B-B14F-4D97-AF65-F5344CB8AC3E}">
        <p14:creationId xmlns:p14="http://schemas.microsoft.com/office/powerpoint/2010/main" val="59192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8" grpId="1"/>
      <p:bldP spid="19" grpId="0"/>
      <p:bldP spid="19" grpId="1"/>
      <p:bldP spid="20" grpId="0"/>
      <p:bldP spid="2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51966-1FE7-429C-87DA-E7605DCF1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2975" y="1082674"/>
            <a:ext cx="10515600" cy="529907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ESP32-C6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placuta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dezvoltare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MPU-6050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masoara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rotatia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acceleratia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X, Y, Z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BMP280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barometric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masoara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presiunea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altitudinea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temperature chip-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ului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MQ3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masurare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calitatii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aerului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substantelor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calibrat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un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detectarea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scurtcircuitelor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detectia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spike-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neobisnuite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valorile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masurate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DHT22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destinat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amplasarii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carcasa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exterioara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dronei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pentru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determina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sunt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conditii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meteo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prielnice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lansarii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manevrari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riscuri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deteriorare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055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8D0D-2E54-4EF8-972F-780840C73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Twin-ul Breadboard-</a:t>
            </a:r>
            <a:r>
              <a:rPr lang="en-US" dirty="0" err="1"/>
              <a:t>ului</a:t>
            </a:r>
            <a:endParaRPr lang="ro-RO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ADC858-0962-43F6-9182-FEC94481D2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62" y="1690688"/>
            <a:ext cx="7906134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3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197B4-FE68-47D6-A98D-88AC31AE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87" y="-238539"/>
            <a:ext cx="10515600" cy="1325563"/>
          </a:xfrm>
        </p:spPr>
        <p:txBody>
          <a:bodyPr/>
          <a:lstStyle/>
          <a:p>
            <a:r>
              <a:rPr lang="en-US" dirty="0"/>
              <a:t>Digital Twin-ul </a:t>
            </a:r>
            <a:r>
              <a:rPr lang="en-US" dirty="0" err="1"/>
              <a:t>Dronei</a:t>
            </a:r>
            <a:r>
              <a:rPr lang="en-US" dirty="0"/>
              <a:t> - Dashboard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885205-F072-4587-B711-016B57304E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5475" y="964117"/>
            <a:ext cx="7984325" cy="589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486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73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7BD3C-7887-4BC2-AEC3-9E427E7FB5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13" y="388026"/>
            <a:ext cx="3396077" cy="6081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F056B6-9DD0-40CF-99A4-8B9646ECA4DB}"/>
              </a:ext>
            </a:extLst>
          </p:cNvPr>
          <p:cNvSpPr txBox="1"/>
          <p:nvPr/>
        </p:nvSpPr>
        <p:spPr>
          <a:xfrm>
            <a:off x="4263895" y="933408"/>
            <a:ext cx="4383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Altitudinea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care 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referinta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3B8140-418D-4FF2-B175-9933694C669E}"/>
              </a:ext>
            </a:extLst>
          </p:cNvPr>
          <p:cNvSpPr txBox="1"/>
          <p:nvPr/>
        </p:nvSpPr>
        <p:spPr>
          <a:xfrm>
            <a:off x="4263895" y="1480135"/>
            <a:ext cx="5416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Altitudinea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care am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prefera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trecem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drona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A0C75-B78E-4E0A-8580-CE65D6549718}"/>
              </a:ext>
            </a:extLst>
          </p:cNvPr>
          <p:cNvSpPr txBox="1"/>
          <p:nvPr/>
        </p:nvSpPr>
        <p:spPr>
          <a:xfrm>
            <a:off x="4263896" y="2093987"/>
            <a:ext cx="5227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Presiunea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care 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referinta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65C61-D464-4AA0-A5E9-1BB7F108EF2A}"/>
              </a:ext>
            </a:extLst>
          </p:cNvPr>
          <p:cNvSpPr txBox="1"/>
          <p:nvPr/>
        </p:nvSpPr>
        <p:spPr>
          <a:xfrm>
            <a:off x="4263896" y="2623930"/>
            <a:ext cx="4989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Temperatura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chip-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ului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referinta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93FEE0-D330-4033-9E2C-740FA24961EA}"/>
              </a:ext>
            </a:extLst>
          </p:cNvPr>
          <p:cNvSpPr txBox="1"/>
          <p:nvPr/>
        </p:nvSpPr>
        <p:spPr>
          <a:xfrm>
            <a:off x="4297026" y="3233602"/>
            <a:ext cx="4591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Umiditatea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care 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referinta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8E411C-87C1-485B-8937-36F9241366D6}"/>
              </a:ext>
            </a:extLst>
          </p:cNvPr>
          <p:cNvSpPr txBox="1"/>
          <p:nvPr/>
        </p:nvSpPr>
        <p:spPr>
          <a:xfrm>
            <a:off x="4263896" y="3952391"/>
            <a:ext cx="5605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Valoare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emisa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senzor pe care 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referinta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F999A7-DA6B-4AC7-9B42-4C4FEA5E2342}"/>
              </a:ext>
            </a:extLst>
          </p:cNvPr>
          <p:cNvSpPr txBox="1"/>
          <p:nvPr/>
        </p:nvSpPr>
        <p:spPr>
          <a:xfrm>
            <a:off x="4303652" y="4746729"/>
            <a:ext cx="5565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Buton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revenire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datele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care se transmit din senzor</a:t>
            </a:r>
          </a:p>
        </p:txBody>
      </p:sp>
    </p:spTree>
    <p:extLst>
      <p:ext uri="{BB962C8B-B14F-4D97-AF65-F5344CB8AC3E}">
        <p14:creationId xmlns:p14="http://schemas.microsoft.com/office/powerpoint/2010/main" val="835166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171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Modul de comunicare Drona-Turn de control</vt:lpstr>
      <vt:lpstr>Modulul computer intern al dronei</vt:lpstr>
      <vt:lpstr>PowerPoint Presentation</vt:lpstr>
      <vt:lpstr>Digital Twin-ul Breadboard-ului</vt:lpstr>
      <vt:lpstr>Digital Twin-ul Dronei - Dashboard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de comunicare Drona-Turn de control</dc:title>
  <dc:creator>Victor</dc:creator>
  <cp:lastModifiedBy>Victor</cp:lastModifiedBy>
  <cp:revision>16</cp:revision>
  <dcterms:created xsi:type="dcterms:W3CDTF">2026-04-24T20:16:10Z</dcterms:created>
  <dcterms:modified xsi:type="dcterms:W3CDTF">2026-04-24T23:12:44Z</dcterms:modified>
</cp:coreProperties>
</file>